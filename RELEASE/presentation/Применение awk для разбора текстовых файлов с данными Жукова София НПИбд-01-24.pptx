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7d6f0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17d6f0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17d6f0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17d6f0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17d6f0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17d6f0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17d6f02b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17d6f02b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17d6f02b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17d6f02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17d6f02b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17d6f02b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17d6f02b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17d6f02b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17d6f02b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17d6f02b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417d6f02b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417d6f02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417d6f02b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417d6f02b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